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eff121b5574266a05a3c57ce1cadd6c4141b709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30c3c75d5edf5c26f4ae46087fe69241fdceb06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cae7f47e4b8ae5a32f21fe899515a422132edaa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be200dfa7a5782ea5148945b147322937847662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41f831440959b19111272675487b2027a2a5602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5fd2da7cc94af781585732829f40160dc53bb1b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n=1217 | Female: n=1386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n=1492 | Female: n=1732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n=1492 | Female: n=1732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n=1217 | Female: n=1385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n=1217 | Female: n=1386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457200"/>
            <a:ext cx="8229600" cy="5715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263640"/>
            <a:ext cx="8229600" cy="228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Unweighted sample sizes: </a:t>
            </a: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Male: n=1212 | Female: n=1382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joecrowley</cp:lastModifiedBy>
  <cp:revision>3</cp:revision>
  <dcterms:created xsi:type="dcterms:W3CDTF">2017-02-13T16:18:36Z</dcterms:created>
  <dcterms:modified xsi:type="dcterms:W3CDTF">2026-06-07T13:25:27Z</dcterms:modified>
  <cp:category/>
</cp:coreProperties>
</file>